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8-23T06:00:05.035"/>
    </inkml:context>
    <inkml:brush xml:id="br0">
      <inkml:brushProperty name="width" value="0.3" units="cm"/>
      <inkml:brushProperty name="height" value="0.6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10791,'1'-8,"0"0,1 0,-1 0,1 1,1-1,-1 1,2 0,-1-1,8-11,-1 1,56-96,122-160,-125 187,10-14,662-879,-275 373,-61-40,62-93,-169 307,43-63,332-390,-593 789,201-239,-77 99,326-387,-299 360,15-21,-14 58,-150 157,91-107,-136 135,-1-2,-3-1,-1-1,-3-2,-1 0,-3-1,17-66,60-373,-72 335,7-119,-18 124,1-398,-17 345,4-520,-1 685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8-23T06:26:26.447"/>
    </inkml:context>
    <inkml:brush xml:id="br0">
      <inkml:brushProperty name="width" value="0.3" units="cm"/>
      <inkml:brushProperty name="height" value="0.6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373 47,'2356'0,"-2317"2,70 12,-66-6,50 1,161-11,69 4,-198 13,16 0,468-12,-313-5,2007 2,-2296 0,0 0,-1 1,1 0,0 0,0 0,-1 1,12 5,-16-7,-1 1,0 0,0 0,1-1,-1 1,0 0,0 0,0 0,0 0,0 0,0 0,0 1,-1-1,1 0,0 0,-1 1,2 1,-2-1,0 0,0 0,0 0,0-1,0 1,-1 0,1 0,0-1,-1 1,0 0,1-1,-1 1,0 0,0-1,0 1,0-1,0 1,-2 1,-3 4,0 0,-1 0,0-1,-1 0,1 0,-1-1,0 0,-1-1,1 1,-13 3,-13 4,-52 10,4 0,51-13,-1 0,0-2,-1-2,1-1,-1-1,-38-2,10 1,-74 11,-54 3,-1805-17,1968 2,0 2,0 2,0 0,-36 13,32-9,-1-1,-48 6,-11-9,-48 5,-174 13,-5-25,107 0,-372 2,533-3,-68-11,67 7,-62-2,64 6,-63-11,62 6,-63-1,-531 10,615 1,0 1,1 2,0 0,-35 12,-45 9,-192 41,206-39,67-19,-1 0,0-2,-1-1,0-1,-31 1,-25-6,103 0,-1-1,1-1,-1 0,1-2,-1 0,28-10,0-6,-13 4,1 1,1 2,0 1,48-9,-60 18,0-2,0 0,-1-1,0-2,0 0,28-16,-33 16,-1 1,1 0,1 1,-1 1,1 1,0 0,29-1,12 2,60 6,-23 0,3547-2,-1788-2,-1834-1,0 0,0-2,-1 0,1-1,25-11,-24 8,1 2,0 0,0 1,24-2,-6 3,46-11,-21 2,-49 10,0-2,0 0,27-13,-29 11,0 1,0 1,0 0,25-4,-25 7,0-2,0 0,0-1,23-11,-23 9,1 1,-1 0,33-6,-18 5,1-1,-1-1,-1-2,0 0,28-17,-49 24,5-1,1 0,0 1,0 0,25-2,23-6,-36 5,23-8,-31 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8-23T06:26:34.943"/>
    </inkml:context>
    <inkml:brush xml:id="br0">
      <inkml:brushProperty name="width" value="0.3" units="cm"/>
      <inkml:brushProperty name="height" value="0.6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33,'322'-2,"354"5,-534 5,-1 6,249 59,-224-41,195 12,-264-34,501 3,-374-16,785 3,-955-3,0-2,0-3,78-23,37-5,8-1,-64 12,20 5,34-7,-119 16,1 3,63-3,98 8,-147 4,-5-1,0 2,83 15,-87-8,-28-6,42 12,7 1,-57-13,-1 0,0 1,0 1,24 9,-22-6,1-1,1-1,0-1,-1 0,1-2,37 1,-27-1,-27-2,-1-1,1 1,-1 0,0 0,1 0,-1 1,0-1,0 1,0-1,0 1,0 0,-1 0,1 1,-1-1,1 1,-1-1,0 1,0 0,0-1,0 1,0 0,0 0,-1 1,0-1,0 0,0 0,1 5,-1-5,0 0,-1 0,0 0,1 0,-1 0,0 1,-1-1,1 0,0 0,-1 0,0 0,0 0,0 0,0 0,0 0,0 0,-1-1,1 1,-1 0,0-1,0 1,0-1,0 0,0 0,-1 1,1-1,-1-1,1 1,-7 3,-2-1,0-1,0 0,0-1,-1 0,1-1,-1 0,0 0,-14-2,12 0,-1 1,0 1,1 0,-26 6,-8 8,25-6,-1-2,0-1,-28 3,-299-4,188-7,87 0,31 1,-1 1,1 2,-64 11,59-5,-101 4,-7 1,-70 27,148-31,-1-3,-130-7,75-1,-2370 2,2466-3,0-1,1-2,-47-13,-61-9,32 14,25 2,-98-1,137 13,0-3,-68-12,46 6,-1 3,-133 6,80 3,108-4,-28 1,45 0,-1 0,1 1,-1-1,1 1,-1-1,1 1,-1 0,1 0,0 0,-1 0,1 0,0 1,-3 1,4-2,1-1,0 1,0-1,0 0,-1 1,1-1,0 1,0-1,0 1,0-1,0 1,0-1,0 0,0 1,0-1,0 1,0-1,0 1,0-1,1 1,-1-1,0 0,0 1,0-1,1 1,-1-1,0 0,0 1,1-1,-1 0,0 1,1-1,0 1,14 12,-13-11,25 17,0-1,1-2,38 17,-1 0,-7-2,1-2,2-2,1-4,99 25,109 21,-167-40,-60-19,1-2,77 5,91-11,-198-2,27 2,74 12,-71-7,62 2,1018-10,-1104 0,1-1,-1-1,23-7,-20 5,44-5,-31 7,67-15,-52 10,1 3,0 1,92 7,-37-1,-49-1,-1-4,86-14,-110 11,-1-2,0-1,54-23,-73 27,0 0,0 2,1-1,-1 1,1 1,15 0,88 2,-66 1,1618 2,-905-4,-737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8-23T06:26:40.160"/>
    </inkml:context>
    <inkml:brush xml:id="br0">
      <inkml:brushProperty name="width" value="0.3" units="cm"/>
      <inkml:brushProperty name="height" value="0.6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7199 35,'-202'16,"17"1,-364-17,257-1,261-1,0-1,-38-8,35 4,-54-3,-504 9,284 3,-335-2,611-2,0-1,-37-8,34 4,-54-3,-496 9,283 3,-1224-2,1503 2,-1 0,1 2,-33 9,20-4,-15 4,31-7,-1-1,1-1,-26 2,-340-4,192-4,-383 2,549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96D53A-049D-C1F7-441A-C895BF1277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07BEE06-F323-EB74-4D03-C33C2FD345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4F18535-031E-AE99-21ED-E5D0E5BEC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C9A2E-29AB-48DC-8709-301053CE06D6}" type="datetimeFigureOut">
              <a:rPr lang="ru-RU" smtClean="0"/>
              <a:t>23.08.2024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7B8D93A-A705-C73E-53E4-F0BED58D5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533C768-5EC7-078A-4B5F-73FCBC9B4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195EF-8868-426E-AB42-2DB7AD3D45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6265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6C8C1E-B4E2-A07C-7884-1A3481370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85813E-7378-BAFE-D80D-65042B5456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03E85DC-9A9F-47D6-AE61-B894F3EA4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C9A2E-29AB-48DC-8709-301053CE06D6}" type="datetimeFigureOut">
              <a:rPr lang="ru-RU" smtClean="0"/>
              <a:t>23.08.2024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CFC202F-967F-CA4E-3EE7-3460C30DA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9AEE7F1-7EBE-5972-2534-57C8EE5B8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195EF-8868-426E-AB42-2DB7AD3D45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0144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3E26B4-97DC-5594-592B-D465883A5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E24FD04-0BDD-D27B-C2AF-020530D289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3691C7D-3F93-5EDD-E41C-9419EF23F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C9A2E-29AB-48DC-8709-301053CE06D6}" type="datetimeFigureOut">
              <a:rPr lang="ru-RU" smtClean="0"/>
              <a:t>23.08.2024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4741A35-9467-4CFA-5F22-C512826FC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9B21167-13F2-8577-3CF9-9F1D29CC8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195EF-8868-426E-AB42-2DB7AD3D45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1937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A1E9E6-FAAE-795E-015B-2E5A932ED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FE026D-2EC2-CCB8-0808-16CF39D814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81D4524-9EDF-EE93-B5FA-0657A27072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55BEFBA-063D-FE9D-D2F4-22071CB10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C9A2E-29AB-48DC-8709-301053CE06D6}" type="datetimeFigureOut">
              <a:rPr lang="ru-RU" smtClean="0"/>
              <a:t>23.08.2024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1137687-BD03-16E9-3FED-361A6EBE8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8EB112B-7712-2526-4337-DC4587F2E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195EF-8868-426E-AB42-2DB7AD3D45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4090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A7855B-7FC9-1CE1-6724-9DBB48914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93C8F34-CB47-87E9-6F77-9EB09860E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FB547C8-8078-C235-AB43-ADE66E28C1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94CB04F-1AEE-E71F-ECE8-6CD3917F85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B4C75DE-2CB6-7A19-1C35-3AB85F69EF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E11140C-8749-BB69-B383-6985B5A4A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C9A2E-29AB-48DC-8709-301053CE06D6}" type="datetimeFigureOut">
              <a:rPr lang="ru-RU" smtClean="0"/>
              <a:t>23.08.2024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E915876-9A38-E379-EE4A-7B2147963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8977246-F8AB-9944-7167-8BB67903D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195EF-8868-426E-AB42-2DB7AD3D45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8592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C5D295-3F41-3343-3391-84B2E2EA3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723CA1E-8B28-88A3-92D1-FE888384F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C9A2E-29AB-48DC-8709-301053CE06D6}" type="datetimeFigureOut">
              <a:rPr lang="ru-RU" smtClean="0"/>
              <a:t>23.08.2024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0F31E8E-76CF-B91B-86FF-2D7C53380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FB95270-2DA5-893B-FA77-5CC29DD31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195EF-8868-426E-AB42-2DB7AD3D45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7357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3421F80-0416-9D2D-2CD1-6BC40FE90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C9A2E-29AB-48DC-8709-301053CE06D6}" type="datetimeFigureOut">
              <a:rPr lang="ru-RU" smtClean="0"/>
              <a:t>23.08.2024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EAB4716-87CE-A21D-3A95-D9E172CBB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0D70C77-1181-21D7-8EA7-2AE677A03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195EF-8868-426E-AB42-2DB7AD3D45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5877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6DD047-4A32-9173-1C9F-546602EF2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49EE19-D292-358F-9EDD-1E34797BAF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8C6A2D3-AB72-C678-E790-C1E1EA1B5E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9B318D8-E147-D177-953D-26630794B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C9A2E-29AB-48DC-8709-301053CE06D6}" type="datetimeFigureOut">
              <a:rPr lang="ru-RU" smtClean="0"/>
              <a:t>23.08.2024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B4C20FA-3D54-C1D3-B413-CD31E96E5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318AE0C-B02D-2512-F7FC-4FB1C20D6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195EF-8868-426E-AB42-2DB7AD3D45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6001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1320D8-9A74-475E-FEA6-6EE9FBA6E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C9185ED-F07B-7CE4-4B93-7CEC3D2379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808377E-29E7-A001-065D-D50F64DF99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1F62CA7-F5DA-E51C-340E-83408A3A9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C9A2E-29AB-48DC-8709-301053CE06D6}" type="datetimeFigureOut">
              <a:rPr lang="ru-RU" smtClean="0"/>
              <a:t>23.08.2024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4BFFFD3-7B5E-FC68-0E46-01BB9F3D3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5023FBB-9AE9-7525-BDF1-7FAFC4DD4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195EF-8868-426E-AB42-2DB7AD3D45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5955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4D9F94-14FE-265C-AA7D-84E93F147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4E180A9-7282-488E-FC0B-AD40943683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37CBEF0-1ABD-1C25-4E11-B3D7FB6EF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C9A2E-29AB-48DC-8709-301053CE06D6}" type="datetimeFigureOut">
              <a:rPr lang="ru-RU" smtClean="0"/>
              <a:t>23.08.2024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1124184-FBFB-997D-F3CB-135FF8010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F5DC82F-2782-1BD1-832A-26DB3AB91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195EF-8868-426E-AB42-2DB7AD3D45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1367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9F74117-F150-FF49-FDD0-8A2EB49124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6FA70BB-A5DF-5B69-2C4A-66D02D3BAA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C1BE497-3254-841B-ABD7-FA4871C90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C9A2E-29AB-48DC-8709-301053CE06D6}" type="datetimeFigureOut">
              <a:rPr lang="ru-RU" smtClean="0"/>
              <a:t>23.08.2024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C05563C-92DC-D9E8-951A-6DC2AC88C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4C632E3-CE61-B8AD-0DC0-C167DFCCA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195EF-8868-426E-AB42-2DB7AD3D45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9085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61D9B3-91B1-7649-7BA1-A28CA0791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AD949EF-2E13-927E-40DF-50CDA43E77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D5F8DDE-28DE-BE92-F189-7C2D1BD2E4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8C9A2E-29AB-48DC-8709-301053CE06D6}" type="datetimeFigureOut">
              <a:rPr lang="ru-RU" smtClean="0"/>
              <a:t>23.08.2024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18EB1BA-06C6-0CAD-73E5-2BF63B3B01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0FA8B5C-AB14-CCB0-7FD1-C6EFEE5B42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B195EF-8868-426E-AB42-2DB7AD3D45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9759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customXml" Target="../ink/ink2.xml"/><Relationship Id="rId7" Type="http://schemas.openxmlformats.org/officeDocument/2006/relationships/customXml" Target="../ink/ink4.xm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customXml" Target="../ink/ink3.xml"/><Relationship Id="rId4" Type="http://schemas.openxmlformats.org/officeDocument/2006/relationships/image" Target="../media/image7.png"/><Relationship Id="rId9" Type="http://schemas.openxmlformats.org/officeDocument/2006/relationships/image" Target="../media/image10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7D5A0D6-A451-1EAA-9954-3B774C866A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0514" y="-845259"/>
            <a:ext cx="12833028" cy="85485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EB24204-CF1E-7359-AF05-F7868AE2A33F}"/>
              </a:ext>
            </a:extLst>
          </p:cNvPr>
          <p:cNvSpPr txBox="1"/>
          <p:nvPr/>
        </p:nvSpPr>
        <p:spPr>
          <a:xfrm>
            <a:off x="3634451" y="2705725"/>
            <a:ext cx="655127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b="1" dirty="0"/>
              <a:t>Friendship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1123917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50CFF5F-5A52-B124-D77E-E80A457344F1}"/>
              </a:ext>
            </a:extLst>
          </p:cNvPr>
          <p:cNvSpPr txBox="1"/>
          <p:nvPr/>
        </p:nvSpPr>
        <p:spPr>
          <a:xfrm>
            <a:off x="3220656" y="133637"/>
            <a:ext cx="609407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Why is friendship good?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2CD615-2B6E-3825-54B9-861B4D5CEE7A}"/>
              </a:ext>
            </a:extLst>
          </p:cNvPr>
          <p:cNvSpPr txBox="1"/>
          <p:nvPr/>
        </p:nvSpPr>
        <p:spPr>
          <a:xfrm>
            <a:off x="3032568" y="1136064"/>
            <a:ext cx="8736815" cy="45858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Why is friendship good?</a:t>
            </a:r>
          </a:p>
          <a:p>
            <a:endParaRPr lang="en-US" sz="2400" dirty="0"/>
          </a:p>
          <a:p>
            <a:r>
              <a:rPr lang="en-US" sz="2400" dirty="0"/>
              <a:t>	➤Life would be lonely, desolate</a:t>
            </a:r>
          </a:p>
          <a:p>
            <a:endParaRPr lang="en-US" sz="2400" dirty="0"/>
          </a:p>
          <a:p>
            <a:r>
              <a:rPr lang="en-US" sz="2400" dirty="0"/>
              <a:t>	➤It is as necessary to the spirit as food is to the body</a:t>
            </a:r>
          </a:p>
          <a:p>
            <a:endParaRPr lang="en-US" sz="2400" dirty="0"/>
          </a:p>
          <a:p>
            <a:r>
              <a:rPr lang="en-US" sz="2400" dirty="0"/>
              <a:t>	➤All cultures tell us of it and praise it</a:t>
            </a:r>
          </a:p>
          <a:p>
            <a:endParaRPr lang="en-US" sz="2400" dirty="0"/>
          </a:p>
          <a:p>
            <a:r>
              <a:rPr lang="en-US" sz="2400" dirty="0"/>
              <a:t>	➤ Scriptures</a:t>
            </a:r>
          </a:p>
          <a:p>
            <a:endParaRPr lang="en-US" sz="2400" dirty="0"/>
          </a:p>
          <a:p>
            <a:r>
              <a:rPr lang="en-US" sz="2400" dirty="0"/>
              <a:t>	➤Makes us laugh, listens to us, lends a hand, is fun, consoles</a:t>
            </a:r>
          </a:p>
          <a:p>
            <a:endParaRPr lang="en-US" sz="24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FFABB88-6280-F729-20F5-8066D5318E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3737" y="1863524"/>
            <a:ext cx="4572000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2" name="Рукописный ввод 11">
                <a:extLst>
                  <a:ext uri="{FF2B5EF4-FFF2-40B4-BE49-F238E27FC236}">
                    <a16:creationId xmlns:a16="http://schemas.microsoft.com/office/drawing/2014/main" id="{F30215A9-6321-BFF3-625F-36C688111988}"/>
                  </a:ext>
                </a:extLst>
              </p14:cNvPr>
              <p14:cNvContentPartPr/>
              <p14:nvPr/>
            </p14:nvContentPartPr>
            <p14:xfrm>
              <a:off x="-34587" y="-1384637"/>
              <a:ext cx="2223360" cy="3884760"/>
            </p14:xfrm>
          </p:contentPart>
        </mc:Choice>
        <mc:Fallback>
          <p:pic>
            <p:nvPicPr>
              <p:cNvPr id="12" name="Рукописный ввод 11">
                <a:extLst>
                  <a:ext uri="{FF2B5EF4-FFF2-40B4-BE49-F238E27FC236}">
                    <a16:creationId xmlns:a16="http://schemas.microsoft.com/office/drawing/2014/main" id="{F30215A9-6321-BFF3-625F-36C68811198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88587" y="-1492277"/>
                <a:ext cx="2331000" cy="4100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63829696"/>
      </p:ext>
    </p:extLst>
  </p:cSld>
  <p:clrMapOvr>
    <a:masterClrMapping/>
  </p:clrMapOvr>
  <p:transition spd="slow">
    <p:randomBar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CA5065-B463-6493-F0D2-8C20FC87C37F}"/>
              </a:ext>
            </a:extLst>
          </p:cNvPr>
          <p:cNvSpPr txBox="1"/>
          <p:nvPr/>
        </p:nvSpPr>
        <p:spPr>
          <a:xfrm>
            <a:off x="3220656" y="133637"/>
            <a:ext cx="609407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                 Best Friend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54D6C6-3C86-28A6-9580-2370D3CCF021}"/>
              </a:ext>
            </a:extLst>
          </p:cNvPr>
          <p:cNvSpPr txBox="1"/>
          <p:nvPr/>
        </p:nvSpPr>
        <p:spPr>
          <a:xfrm>
            <a:off x="4421529" y="1028343"/>
            <a:ext cx="5121851" cy="53245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➤Tell anything about self, hopes, dreams, fears</a:t>
            </a:r>
          </a:p>
          <a:p>
            <a:endParaRPr lang="en-US" sz="2000" dirty="0"/>
          </a:p>
          <a:p>
            <a:r>
              <a:rPr lang="en-US" sz="2000" dirty="0"/>
              <a:t>➤ Keeps secrets</a:t>
            </a:r>
          </a:p>
          <a:p>
            <a:endParaRPr lang="en-US" sz="2000" dirty="0"/>
          </a:p>
          <a:p>
            <a:r>
              <a:rPr lang="en-US" sz="2000" dirty="0"/>
              <a:t>➤ Can say anything in conversation</a:t>
            </a:r>
          </a:p>
          <a:p>
            <a:endParaRPr lang="en-US" sz="2000" dirty="0"/>
          </a:p>
          <a:p>
            <a:r>
              <a:rPr lang="en-US" sz="2000" dirty="0"/>
              <a:t>➤Never lies, either to or for</a:t>
            </a:r>
          </a:p>
          <a:p>
            <a:endParaRPr lang="en-US" sz="2000" dirty="0"/>
          </a:p>
          <a:p>
            <a:r>
              <a:rPr lang="en-US" sz="2000" dirty="0"/>
              <a:t>➤ Really listens in conversation</a:t>
            </a:r>
          </a:p>
          <a:p>
            <a:endParaRPr lang="en-US" sz="2000" dirty="0"/>
          </a:p>
          <a:p>
            <a:r>
              <a:rPr lang="en-US" sz="2000" dirty="0"/>
              <a:t>➤Can always count on</a:t>
            </a:r>
          </a:p>
          <a:p>
            <a:endParaRPr lang="en-US" sz="2000" dirty="0"/>
          </a:p>
          <a:p>
            <a:r>
              <a:rPr lang="en-US" sz="2000" dirty="0"/>
              <a:t>➤Shares interest</a:t>
            </a:r>
          </a:p>
          <a:p>
            <a:endParaRPr lang="en-US" sz="2000" dirty="0"/>
          </a:p>
          <a:p>
            <a:r>
              <a:rPr lang="en-US" sz="2000" dirty="0"/>
              <a:t>➤Developed over time</a:t>
            </a:r>
          </a:p>
          <a:p>
            <a:endParaRPr lang="en-US" sz="2000" dirty="0"/>
          </a:p>
          <a:p>
            <a:r>
              <a:rPr lang="en-US" sz="2000" dirty="0"/>
              <a:t>➤ Lucky to have a few</a:t>
            </a:r>
            <a:endParaRPr lang="ru-RU" sz="20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77BDD44-C0E0-6C50-3554-C2AA473FF14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14" t="34288" r="22358" b="36853"/>
          <a:stretch/>
        </p:blipFill>
        <p:spPr>
          <a:xfrm>
            <a:off x="763929" y="1028343"/>
            <a:ext cx="3409416" cy="4317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3584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837127-9486-428F-A287-5C7AAECB2872}"/>
              </a:ext>
            </a:extLst>
          </p:cNvPr>
          <p:cNvSpPr txBox="1"/>
          <p:nvPr/>
        </p:nvSpPr>
        <p:spPr>
          <a:xfrm>
            <a:off x="3048965" y="277793"/>
            <a:ext cx="609407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Definition of friendship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3696BF-499C-6E55-0D8A-24FC56D58FA8}"/>
              </a:ext>
            </a:extLst>
          </p:cNvPr>
          <p:cNvSpPr txBox="1"/>
          <p:nvPr/>
        </p:nvSpPr>
        <p:spPr>
          <a:xfrm>
            <a:off x="830120" y="1490008"/>
            <a:ext cx="1030589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What is a friend? --- We have chemistry! We enjoy each other's company. </a:t>
            </a:r>
          </a:p>
          <a:p>
            <a:pPr algn="ctr"/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We trust, understand, respect and appreciate each other. </a:t>
            </a:r>
          </a:p>
          <a:p>
            <a:pPr algn="ctr"/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We like how we feel when we're together. We are close even when we are apart. </a:t>
            </a:r>
          </a:p>
          <a:p>
            <a:pPr algn="ctr"/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We look forward to being together. We commit over some time. </a:t>
            </a:r>
          </a:p>
          <a:p>
            <a:pPr algn="ctr"/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We give to each other. We may not give in the same way but </a:t>
            </a:r>
          </a:p>
          <a:p>
            <a:pPr algn="ctr"/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what we give and what we receive is of great value to each of us.</a:t>
            </a:r>
            <a:endParaRPr lang="ru-RU" sz="24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8DEA55E-7998-1973-9459-0D23FEF1B1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1737" y="2210765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0487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91061F2-67D8-3070-360E-DC2CE3BD04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916926">
            <a:off x="3171640" y="-1716855"/>
            <a:ext cx="5848719" cy="5542904"/>
          </a:xfrm>
          <a:prstGeom prst="snip2Diag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56B19E0-DB1C-FB4D-550A-A85288C80EF9}"/>
              </a:ext>
            </a:extLst>
          </p:cNvPr>
          <p:cNvSpPr txBox="1"/>
          <p:nvPr/>
        </p:nvSpPr>
        <p:spPr>
          <a:xfrm>
            <a:off x="3636063" y="2129742"/>
            <a:ext cx="4919873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A strong friendship doesn't</a:t>
            </a:r>
          </a:p>
          <a:p>
            <a:r>
              <a:rPr lang="en-US" sz="3200" b="1" dirty="0"/>
              <a:t>need daily conversation,</a:t>
            </a:r>
          </a:p>
          <a:p>
            <a:r>
              <a:rPr lang="en-US" sz="3200" b="1" dirty="0"/>
              <a:t>doesn't always need</a:t>
            </a:r>
          </a:p>
          <a:p>
            <a:r>
              <a:rPr lang="en-US" sz="3200" b="1" dirty="0"/>
              <a:t>togetherness, as long as the</a:t>
            </a:r>
          </a:p>
          <a:p>
            <a:r>
              <a:rPr lang="en-US" sz="3200" b="1" dirty="0"/>
              <a:t>relationship lives in the</a:t>
            </a:r>
          </a:p>
          <a:p>
            <a:r>
              <a:rPr lang="en-US" sz="3200" b="1" dirty="0"/>
              <a:t>heart, true friends will</a:t>
            </a:r>
          </a:p>
          <a:p>
            <a:r>
              <a:rPr lang="en-US" sz="3200" b="1" dirty="0"/>
              <a:t>never part.</a:t>
            </a:r>
            <a:endParaRPr lang="ru-RU" sz="3200" b="1" dirty="0"/>
          </a:p>
        </p:txBody>
      </p:sp>
    </p:spTree>
    <p:extLst>
      <p:ext uri="{BB962C8B-B14F-4D97-AF65-F5344CB8AC3E}">
        <p14:creationId xmlns:p14="http://schemas.microsoft.com/office/powerpoint/2010/main" val="4209520445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4C6CCF1-CB4C-04B4-102B-2CA2299710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3726" y="1576449"/>
            <a:ext cx="4085392" cy="3200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E7D663B-EE08-79B9-6685-D361C81A19C6}"/>
              </a:ext>
            </a:extLst>
          </p:cNvPr>
          <p:cNvSpPr txBox="1"/>
          <p:nvPr/>
        </p:nvSpPr>
        <p:spPr>
          <a:xfrm>
            <a:off x="3738379" y="405115"/>
            <a:ext cx="4436086" cy="58169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/>
              <a:t>Fake friends</a:t>
            </a:r>
          </a:p>
          <a:p>
            <a:pPr algn="ctr"/>
            <a:r>
              <a:rPr lang="en-US" sz="2800" dirty="0"/>
              <a:t>may want you to do well </a:t>
            </a:r>
          </a:p>
          <a:p>
            <a:pPr algn="ctr"/>
            <a:r>
              <a:rPr lang="en-US" sz="2800" dirty="0"/>
              <a:t>but not better than them</a:t>
            </a:r>
          </a:p>
          <a:p>
            <a:pPr algn="ctr"/>
            <a:endParaRPr lang="en-US" sz="2800" dirty="0"/>
          </a:p>
          <a:p>
            <a:pPr algn="ctr"/>
            <a:endParaRPr lang="en-US" sz="2800" dirty="0"/>
          </a:p>
          <a:p>
            <a:pPr algn="ctr"/>
            <a:endParaRPr lang="en-US" sz="2800" dirty="0"/>
          </a:p>
          <a:p>
            <a:pPr algn="ctr"/>
            <a:endParaRPr lang="en-US" sz="2800" dirty="0"/>
          </a:p>
          <a:p>
            <a:pPr algn="ctr"/>
            <a:endParaRPr lang="en-US" sz="2800" dirty="0"/>
          </a:p>
          <a:p>
            <a:pPr algn="ctr"/>
            <a:endParaRPr lang="en-US" sz="2800" dirty="0"/>
          </a:p>
          <a:p>
            <a:pPr algn="ctr"/>
            <a:endParaRPr lang="en-US" sz="2800" dirty="0"/>
          </a:p>
          <a:p>
            <a:pPr algn="ctr"/>
            <a:r>
              <a:rPr lang="en-US" sz="3200" b="1" dirty="0"/>
              <a:t>Real friends</a:t>
            </a:r>
          </a:p>
          <a:p>
            <a:pPr algn="ctr"/>
            <a:r>
              <a:rPr lang="en-US" sz="2800" dirty="0"/>
              <a:t>share your Joy and are happy</a:t>
            </a:r>
          </a:p>
          <a:p>
            <a:pPr algn="ctr"/>
            <a:r>
              <a:rPr lang="en-US" sz="2800" dirty="0"/>
              <a:t> when you are happy</a:t>
            </a:r>
            <a:endParaRPr lang="ru-RU" sz="28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Рукописный ввод 2">
                <a:extLst>
                  <a:ext uri="{FF2B5EF4-FFF2-40B4-BE49-F238E27FC236}">
                    <a16:creationId xmlns:a16="http://schemas.microsoft.com/office/drawing/2014/main" id="{8ACF3702-DD55-EDE3-B17B-9783AA98BCEE}"/>
                  </a:ext>
                </a:extLst>
              </p14:cNvPr>
              <p14:cNvContentPartPr/>
              <p14:nvPr/>
            </p14:nvContentPartPr>
            <p14:xfrm>
              <a:off x="4611300" y="4960463"/>
              <a:ext cx="2837160" cy="213840"/>
            </p14:xfrm>
          </p:contentPart>
        </mc:Choice>
        <mc:Fallback>
          <p:pic>
            <p:nvPicPr>
              <p:cNvPr id="3" name="Рукописный ввод 2">
                <a:extLst>
                  <a:ext uri="{FF2B5EF4-FFF2-40B4-BE49-F238E27FC236}">
                    <a16:creationId xmlns:a16="http://schemas.microsoft.com/office/drawing/2014/main" id="{8ACF3702-DD55-EDE3-B17B-9783AA98BCE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57300" y="4852823"/>
                <a:ext cx="2944800" cy="42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Рукописный ввод 3">
                <a:extLst>
                  <a:ext uri="{FF2B5EF4-FFF2-40B4-BE49-F238E27FC236}">
                    <a16:creationId xmlns:a16="http://schemas.microsoft.com/office/drawing/2014/main" id="{4AE55F1D-AC34-B704-FC84-A21407DD99AA}"/>
                  </a:ext>
                </a:extLst>
              </p14:cNvPr>
              <p14:cNvContentPartPr/>
              <p14:nvPr/>
            </p14:nvContentPartPr>
            <p14:xfrm>
              <a:off x="4786080" y="573299"/>
              <a:ext cx="2487600" cy="290160"/>
            </p14:xfrm>
          </p:contentPart>
        </mc:Choice>
        <mc:Fallback>
          <p:pic>
            <p:nvPicPr>
              <p:cNvPr id="4" name="Рукописный ввод 3">
                <a:extLst>
                  <a:ext uri="{FF2B5EF4-FFF2-40B4-BE49-F238E27FC236}">
                    <a16:creationId xmlns:a16="http://schemas.microsoft.com/office/drawing/2014/main" id="{4AE55F1D-AC34-B704-FC84-A21407DD99A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32080" y="465299"/>
                <a:ext cx="2595240" cy="50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5" name="Рукописный ввод 4">
                <a:extLst>
                  <a:ext uri="{FF2B5EF4-FFF2-40B4-BE49-F238E27FC236}">
                    <a16:creationId xmlns:a16="http://schemas.microsoft.com/office/drawing/2014/main" id="{C548E8A0-2D0C-4705-8611-A82FB7DBCFB4}"/>
                  </a:ext>
                </a:extLst>
              </p14:cNvPr>
              <p14:cNvContentPartPr/>
              <p14:nvPr/>
            </p14:nvContentPartPr>
            <p14:xfrm>
              <a:off x="4492140" y="4906823"/>
              <a:ext cx="2592000" cy="24840"/>
            </p14:xfrm>
          </p:contentPart>
        </mc:Choice>
        <mc:Fallback>
          <p:pic>
            <p:nvPicPr>
              <p:cNvPr id="5" name="Рукописный ввод 4">
                <a:extLst>
                  <a:ext uri="{FF2B5EF4-FFF2-40B4-BE49-F238E27FC236}">
                    <a16:creationId xmlns:a16="http://schemas.microsoft.com/office/drawing/2014/main" id="{C548E8A0-2D0C-4705-8611-A82FB7DBCFB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438140" y="4799183"/>
                <a:ext cx="2699640" cy="240480"/>
              </a:xfrm>
              <a:prstGeom prst="rect">
                <a:avLst/>
              </a:prstGeom>
            </p:spPr>
          </p:pic>
        </mc:Fallback>
      </mc:AlternateContent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90E1103-08AD-22ED-E1BB-B05EDEC4203B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858" b="21602"/>
          <a:stretch/>
        </p:blipFill>
        <p:spPr>
          <a:xfrm>
            <a:off x="0" y="-191218"/>
            <a:ext cx="2381334" cy="3200791"/>
          </a:xfrm>
          <a:prstGeom prst="rect">
            <a:avLst/>
          </a:prstGeom>
          <a:effectLst>
            <a:softEdge rad="635000"/>
          </a:effectLst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FACEF1D-5F57-F356-7F34-42628B58B07A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858" b="21602"/>
          <a:stretch/>
        </p:blipFill>
        <p:spPr>
          <a:xfrm flipH="1">
            <a:off x="9787254" y="-197425"/>
            <a:ext cx="2404746" cy="3200791"/>
          </a:xfrm>
          <a:prstGeom prst="rect">
            <a:avLst/>
          </a:prstGeom>
          <a:effectLst>
            <a:softEdge rad="635000"/>
          </a:effectLst>
        </p:spPr>
      </p:pic>
    </p:spTree>
    <p:extLst>
      <p:ext uri="{BB962C8B-B14F-4D97-AF65-F5344CB8AC3E}">
        <p14:creationId xmlns:p14="http://schemas.microsoft.com/office/powerpoint/2010/main" val="550460254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nd Cartoon Type Animation White Background — Stock Video © Vladimir_17  #387709814">
            <a:extLst>
              <a:ext uri="{FF2B5EF4-FFF2-40B4-BE49-F238E27FC236}">
                <a16:creationId xmlns:a16="http://schemas.microsoft.com/office/drawing/2014/main" id="{2938CFBA-A814-78A2-F86E-E250D776A1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78422" y="0"/>
            <a:ext cx="13148841" cy="7396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E2A9792-F1D5-6A0E-10FE-79D42A6C5330}"/>
              </a:ext>
            </a:extLst>
          </p:cNvPr>
          <p:cNvSpPr txBox="1"/>
          <p:nvPr/>
        </p:nvSpPr>
        <p:spPr>
          <a:xfrm>
            <a:off x="3758660" y="4201611"/>
            <a:ext cx="46746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Thank you for watching</a:t>
            </a:r>
            <a:endParaRPr lang="ru-RU" sz="2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E6FAB1-16A0-D975-F06A-B51C5B0CF7F6}"/>
              </a:ext>
            </a:extLst>
          </p:cNvPr>
          <p:cNvSpPr txBox="1"/>
          <p:nvPr/>
        </p:nvSpPr>
        <p:spPr>
          <a:xfrm>
            <a:off x="4787146" y="4847942"/>
            <a:ext cx="26177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Creator</a:t>
            </a:r>
            <a:r>
              <a:rPr lang="en-US" sz="2800" dirty="0"/>
              <a:t>: </a:t>
            </a:r>
            <a:r>
              <a:rPr lang="en-US" sz="2800" dirty="0" err="1"/>
              <a:t>A.Fariza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6372448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Другая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7CBAC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TM10001105[[fn=Уголки]]</Template>
  <TotalTime>55</TotalTime>
  <Words>276</Words>
  <Application>Microsoft Office PowerPoint</Application>
  <PresentationFormat>Широкоэкранный</PresentationFormat>
  <Paragraphs>60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Husniyor Azimboyev</dc:creator>
  <cp:lastModifiedBy>Husniyor Azimboyev</cp:lastModifiedBy>
  <cp:revision>3</cp:revision>
  <dcterms:created xsi:type="dcterms:W3CDTF">2024-08-23T05:56:04Z</dcterms:created>
  <dcterms:modified xsi:type="dcterms:W3CDTF">2024-08-23T06:51:16Z</dcterms:modified>
</cp:coreProperties>
</file>